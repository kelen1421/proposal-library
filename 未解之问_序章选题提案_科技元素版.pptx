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1c003721274005" /><Relationship Type="http://schemas.openxmlformats.org/officeDocument/2006/relationships/extended-properties" Target="/docProps/app.xml" Id="Rd7bffded63ae4715" /><Relationship Type="http://schemas.openxmlformats.org/officeDocument/2006/relationships/officeDocument" Target="/ppt/presentation.xml" Id="R742bff5473a142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42b322c26b4059"/>
  </p:sldMasterIdLst>
  <p:notesMasterIdLst>
    <p:notesMasterId xmlns:r="http://schemas.openxmlformats.org/officeDocument/2006/relationships" r:id="Re1c1b3bc93df4055"/>
  </p:notesMasterIdLst>
  <p:sldIdLst>
    <p:sldId xmlns:r="http://schemas.openxmlformats.org/officeDocument/2006/relationships" id="256" r:id="R84d83f5fae904f1a"/>
    <p:sldId xmlns:r="http://schemas.openxmlformats.org/officeDocument/2006/relationships" id="257" r:id="R1978c976074e4c76"/>
    <p:sldId xmlns:r="http://schemas.openxmlformats.org/officeDocument/2006/relationships" id="258" r:id="R7fe9db7c3d444b76"/>
    <p:sldId xmlns:r="http://schemas.openxmlformats.org/officeDocument/2006/relationships" id="259" r:id="R0b82a0a8944d4e16"/>
    <p:sldId xmlns:r="http://schemas.openxmlformats.org/officeDocument/2006/relationships" id="260" r:id="R66ccf8a8529a48e6"/>
    <p:sldId xmlns:r="http://schemas.openxmlformats.org/officeDocument/2006/relationships" id="261" r:id="Rcf37fca9330349cf"/>
    <p:sldId xmlns:r="http://schemas.openxmlformats.org/officeDocument/2006/relationships" id="262" r:id="R02e05e672ebc40fb"/>
    <p:sldId xmlns:r="http://schemas.openxmlformats.org/officeDocument/2006/relationships" id="263" r:id="R20e2016605244c22"/>
    <p:sldId xmlns:r="http://schemas.openxmlformats.org/officeDocument/2006/relationships" id="264" r:id="Ra08820da43524a6a"/>
    <p:sldId xmlns:r="http://schemas.openxmlformats.org/officeDocument/2006/relationships" id="265" r:id="Re8ada7f2384646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aaaf769ae24af3" /><Relationship Type="http://schemas.openxmlformats.org/officeDocument/2006/relationships/slideMaster" Target="/ppt/slideMasters/slideMaster1.xml" Id="Ref42b322c26b4059" /><Relationship Type="http://schemas.openxmlformats.org/officeDocument/2006/relationships/notesMaster" Target="/ppt/notesMasters/notesMaster1.xml" Id="Re1c1b3bc93df4055" /><Relationship Type="http://schemas.openxmlformats.org/officeDocument/2006/relationships/presProps" Target="/ppt/presProps.xml" Id="R55f9e21418064088" /><Relationship Type="http://schemas.openxmlformats.org/officeDocument/2006/relationships/tableStyles" Target="/ppt/tableStyles.xml" Id="R4e7b8ba220bc4149" /><Relationship Type="http://schemas.openxmlformats.org/officeDocument/2006/relationships/slide" Target="/ppt/slides/slide1.xml" Id="R84d83f5fae904f1a" /><Relationship Type="http://schemas.openxmlformats.org/officeDocument/2006/relationships/slide" Target="/ppt/slides/slide2.xml" Id="R1978c976074e4c76" /><Relationship Type="http://schemas.openxmlformats.org/officeDocument/2006/relationships/slide" Target="/ppt/slides/slide3.xml" Id="R7fe9db7c3d444b76" /><Relationship Type="http://schemas.openxmlformats.org/officeDocument/2006/relationships/slide" Target="/ppt/slides/slide4.xml" Id="R0b82a0a8944d4e16" /><Relationship Type="http://schemas.openxmlformats.org/officeDocument/2006/relationships/slide" Target="/ppt/slides/slide5.xml" Id="R66ccf8a8529a48e6" /><Relationship Type="http://schemas.openxmlformats.org/officeDocument/2006/relationships/slide" Target="/ppt/slides/slide6.xml" Id="Rcf37fca9330349cf" /><Relationship Type="http://schemas.openxmlformats.org/officeDocument/2006/relationships/slide" Target="/ppt/slides/slide7.xml" Id="R02e05e672ebc40fb" /><Relationship Type="http://schemas.openxmlformats.org/officeDocument/2006/relationships/slide" Target="/ppt/slides/slide8.xml" Id="R20e2016605244c22" /><Relationship Type="http://schemas.openxmlformats.org/officeDocument/2006/relationships/slide" Target="/ppt/slides/slide9.xml" Id="Ra08820da43524a6a" /><Relationship Type="http://schemas.openxmlformats.org/officeDocument/2006/relationships/slide" Target="/ppt/slides/slide10.xml" Id="Re8ada7f2384646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7a31be4a7345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fc7fd452c64f75" /><Relationship Type="http://schemas.openxmlformats.org/officeDocument/2006/relationships/notesMaster" Target="/ppt/notesMasters/notesMaster1.xml" Id="Raf89295f4e4d4a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5ad2acab494874" /><Relationship Type="http://schemas.openxmlformats.org/officeDocument/2006/relationships/notesMaster" Target="/ppt/notesMasters/notesMaster1.xml" Id="R063a4b8761d54e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79dc3b0e2e454f" /><Relationship Type="http://schemas.openxmlformats.org/officeDocument/2006/relationships/notesMaster" Target="/ppt/notesMasters/notesMaster1.xml" Id="R19286643ed3749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807b3ffe65400f" /><Relationship Type="http://schemas.openxmlformats.org/officeDocument/2006/relationships/notesMaster" Target="/ppt/notesMasters/notesMaster1.xml" Id="Rba5912e1c7344a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da304f076b4a0c" /><Relationship Type="http://schemas.openxmlformats.org/officeDocument/2006/relationships/notesMaster" Target="/ppt/notesMasters/notesMaster1.xml" Id="Rdc8a5771e9a048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cb92da7ffd47fa" /><Relationship Type="http://schemas.openxmlformats.org/officeDocument/2006/relationships/notesMaster" Target="/ppt/notesMasters/notesMaster1.xml" Id="R002747428e0f4b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1d7cba667c4bb9" /><Relationship Type="http://schemas.openxmlformats.org/officeDocument/2006/relationships/notesMaster" Target="/ppt/notesMasters/notesMaster1.xml" Id="Rd00ebc640fb74b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be665de5a143a0" /><Relationship Type="http://schemas.openxmlformats.org/officeDocument/2006/relationships/notesMaster" Target="/ppt/notesMasters/notesMaster1.xml" Id="R4f736420fdff49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cbafc000f84ffc" /><Relationship Type="http://schemas.openxmlformats.org/officeDocument/2006/relationships/notesMaster" Target="/ppt/notesMasters/notesMaster1.xml" Id="Rdc188cc4433943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0431c5d9544517" /><Relationship Type="http://schemas.openxmlformats.org/officeDocument/2006/relationships/notesMaster" Target="/ppt/notesMasters/notesMaster1.xml" Id="R11dd686d145c40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来源：用户提供的栏目创意、序章结构与原始聊天截图。截图中的文本来自知未后续回复，尚未独立核实当时思考界面的原文。时间为剪辑建议。知识部分需按正式选题查证。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来源：用户提供的栏目创意、序章结构与原始聊天截图。截图中的文本来自知未后续回复，尚未独立核实当时思考界面的原文。时间为剪辑建议。知识部分需按正式选题查证。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来源：用户提供的栏目创意、序章结构与原始聊天截图。截图中的文本来自知未后续回复，尚未独立核实当时思考界面的原文。时间为剪辑建议。知识部分需按正式选题查证。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来源：用户提供的栏目创意、序章结构与原始聊天截图。截图中的文本来自知未后续回复，尚未独立核实当时思考界面的原文。时间为剪辑建议。知识部分需按正式选题查证。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来源：用户提供的栏目创意、序章结构与原始聊天截图。截图中的文本来自知未后续回复，尚未独立核实当时思考界面的原文。时间为剪辑建议。知识部分需按正式选题查证。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来源：用户提供的栏目创意、序章结构与原始聊天截图。截图中的文本来自知未后续回复，尚未独立核实当时思考界面的原文。时间为剪辑建议。知识部分需按正式选题查证。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来源：用户提供的栏目创意、序章结构与原始聊天截图。截图中的文本来自知未后续回复，尚未独立核实当时思考界面的原文。时间为剪辑建议。知识部分需按正式选题查证。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来源：用户提供的栏目创意、序章结构与原始聊天截图。截图中的文本来自知未后续回复，尚未独立核实当时思考界面的原文。时间为剪辑建议。知识部分需按正式选题查证。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来源：用户提供的栏目创意、序章结构与原始聊天截图。截图中的文本来自知未后续回复，尚未独立核实当时思考界面的原文。时间为剪辑建议。知识部分需按正式选题查证。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来源：用户提供的栏目创意、序章结构与原始聊天截图。截图中的文本来自知未后续回复，尚未独立核实当时思考界面的原文。时间为剪辑建议。知识部分需按正式选题查证。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ebcd40cf9746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2a02f6111948ac" /><Relationship Type="http://schemas.openxmlformats.org/officeDocument/2006/relationships/slideLayout" Target="/ppt/slideLayouts/slideLayout1.xml" Id="Rc813b7a4c39c4a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13b7a4c39c4a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7a60fa9cf46a4" /><Relationship Type="http://schemas.openxmlformats.org/officeDocument/2006/relationships/image" Target="/ppt/media/image.png" Id="Rdecf31e956d74e6f" /><Relationship Type="http://schemas.openxmlformats.org/officeDocument/2006/relationships/notesSlide" Target="/ppt/notesSlides/notesSlide1.xml" Id="R4f910b5584f541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9e481ad624266" /><Relationship Type="http://schemas.openxmlformats.org/officeDocument/2006/relationships/image" Target="/ppt/media/image2.png" Id="R0f47f623fa0b4af0" /><Relationship Type="http://schemas.openxmlformats.org/officeDocument/2006/relationships/notesSlide" Target="/ppt/notesSlides/notesSlide2.xml" Id="R96b54247d4674d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d2b8b2bdf4d96" /><Relationship Type="http://schemas.openxmlformats.org/officeDocument/2006/relationships/image" Target="/ppt/media/image3.png" Id="R5496964c64ef440f" /><Relationship Type="http://schemas.openxmlformats.org/officeDocument/2006/relationships/notesSlide" Target="/ppt/notesSlides/notesSlide3.xml" Id="Rb2267e2a178048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b1a37721a4a7c" /><Relationship Type="http://schemas.openxmlformats.org/officeDocument/2006/relationships/image" Target="/ppt/media/image4.png" Id="Rd358196bf41d413e" /><Relationship Type="http://schemas.openxmlformats.org/officeDocument/2006/relationships/notesSlide" Target="/ppt/notesSlides/notesSlide4.xml" Id="Rfdd384b181a542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1064ba87d4534" /><Relationship Type="http://schemas.openxmlformats.org/officeDocument/2006/relationships/image" Target="/ppt/media/image5.png" Id="R062b4ec6f0ac49cf" /><Relationship Type="http://schemas.openxmlformats.org/officeDocument/2006/relationships/image" Target="/ppt/media/image.jpeg" Id="Rcfb0c34c5ce0484f" /><Relationship Type="http://schemas.openxmlformats.org/officeDocument/2006/relationships/notesSlide" Target="/ppt/notesSlides/notesSlide5.xml" Id="Re6415a78c45b45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e6cfdffe04935" /><Relationship Type="http://schemas.openxmlformats.org/officeDocument/2006/relationships/image" Target="/ppt/media/image6.png" Id="R222b9f3563ef4401" /><Relationship Type="http://schemas.openxmlformats.org/officeDocument/2006/relationships/notesSlide" Target="/ppt/notesSlides/notesSlide6.xml" Id="R31b719b1beb241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c31c323ce4eae" /><Relationship Type="http://schemas.openxmlformats.org/officeDocument/2006/relationships/image" Target="/ppt/media/image7.png" Id="Rbca09bf9089c4030" /><Relationship Type="http://schemas.openxmlformats.org/officeDocument/2006/relationships/notesSlide" Target="/ppt/notesSlides/notesSlide7.xml" Id="R1c034f5237cb4f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9fc6ba5134b72" /><Relationship Type="http://schemas.openxmlformats.org/officeDocument/2006/relationships/image" Target="/ppt/media/image8.png" Id="R7128f77a34254306" /><Relationship Type="http://schemas.openxmlformats.org/officeDocument/2006/relationships/notesSlide" Target="/ppt/notesSlides/notesSlide8.xml" Id="R7a8b4398515146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31156eb194c4c" /><Relationship Type="http://schemas.openxmlformats.org/officeDocument/2006/relationships/image" Target="/ppt/media/image9.png" Id="Rbfdd10c33e2c4f01" /><Relationship Type="http://schemas.openxmlformats.org/officeDocument/2006/relationships/notesSlide" Target="/ppt/notesSlides/notesSlide9.xml" Id="R60389bcda54d4b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74dc1417e4ac2" /><Relationship Type="http://schemas.openxmlformats.org/officeDocument/2006/relationships/image" Target="/ppt/media/image10.png" Id="R478b18f79ae34ed6" /><Relationship Type="http://schemas.openxmlformats.org/officeDocument/2006/relationships/notesSlide" Target="/ppt/notesSlides/notesSlide10.xml" Id="Re97f6e2c6f3040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f31e956d74e6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61954-4A32-43CE-BA64-E40C861B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92A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F92AF"/>
                </a:solidFill>
                <a:latin typeface="PingFang SC"/>
                <a:ea typeface="PingFang SC"/>
                <a:cs typeface="PingFang SC"/>
              </a:rPr>
              <a:t>KELEN × ZHIWEI   /   未解之问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F4957-FEEC-48ED-9C64-C896F62F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38150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27445F"/>
                </a:solidFill>
                <a:latin typeface="PingFang SC"/>
                <a:ea typeface="PingFang SC"/>
                <a:cs typeface="PingFang SC"/>
              </a:defRPr>
            </a:pPr>
            <a:r>
              <a:rPr sz="4950" b="0">
                <a:solidFill>
                  <a:srgbClr val="27445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DC82F-444F-4BC1-9F41-4E279A64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09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EDF7FF"/>
                </a:solidFill>
                <a:latin typeface="PingFang SC"/>
                <a:ea typeface="PingFang SC"/>
                <a:cs typeface="PingFang SC"/>
              </a:defRPr>
            </a:pPr>
            <a:r>
              <a:rPr sz="5700" b="1">
                <a:solidFill>
                  <a:srgbClr val="EDF7FF"/>
                </a:solidFill>
                <a:latin typeface="PingFang SC"/>
                <a:ea typeface="PingFang SC"/>
                <a:cs typeface="PingFang SC"/>
              </a:rPr>
              <a:t>未解之问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4B1DC-EFB2-4A06-B22B-8300F1BB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52E5DE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52E5DE"/>
                </a:solidFill>
                <a:latin typeface="PingFang SC"/>
                <a:ea typeface="PingFang SC"/>
                <a:cs typeface="PingFang SC"/>
              </a:rPr>
              <a:t>栏目序章 · 选题提案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FFAC7-7B6B-4444-8504-71A503AD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05727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Kelen × 知未</a:t>
            </a:r>
          </a:p>
          <a:p xmlns:a="http://schemas.openxmlformats.org/drawingml/2006/main">
            <a:pPr>
              <a:defRPr sz="262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从真实提问出发，把知识讲清楚，也把自己的思考留下来</a:t>
            </a:r>
          </a:p>
        </p:txBody>
      </p:sp>
    </p:spTree>
    <p:extLst>
      <p:ext uri="{BB962C8B-B14F-4D97-AF65-F5344CB8AC3E}">
        <p14:creationId xmlns:p14="http://schemas.microsoft.com/office/powerpoint/2010/main" val="13099770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7f623fa0b4af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1E7D1-F057-4E0A-B84F-7B82A182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92A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F92AF"/>
                </a:solidFill>
                <a:latin typeface="PingFang SC"/>
                <a:ea typeface="PingFang SC"/>
                <a:cs typeface="PingFang SC"/>
              </a:rPr>
              <a:t>KELEN × ZHIWEI   /   未解之问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618EB-C5E1-4163-BD8E-C6D267FD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38150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27445F"/>
                </a:solidFill>
                <a:latin typeface="PingFang SC"/>
                <a:ea typeface="PingFang SC"/>
                <a:cs typeface="PingFang SC"/>
              </a:defRPr>
            </a:pPr>
            <a:r>
              <a:rPr sz="4950" b="0">
                <a:solidFill>
                  <a:srgbClr val="27445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D75D4-892B-4D7B-A8D5-18E1D7E0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09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EDF7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EDF7FF"/>
                </a:solidFill>
                <a:latin typeface="PingFang SC"/>
                <a:ea typeface="PingFang SC"/>
                <a:cs typeface="PingFang SC"/>
              </a:rPr>
              <a:t>栏目定位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D46C8-6750-4F00-B9C1-C8A77D68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52E5DE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52E5DE"/>
                </a:solidFill>
                <a:latin typeface="PingFang SC"/>
                <a:ea typeface="PingFang SC"/>
                <a:cs typeface="PingFang SC"/>
              </a:rPr>
              <a:t>与 AI 对话的科普栏目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C659E-577B-467A-B859-DF340086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05727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用一个让人好奇的问题，引出相关知识。</a:t>
            </a:r>
          </a:p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保留与知未讨论的真实过程，分享我的理解与疑问。</a:t>
            </a:r>
          </a:p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观众既能学到东西，也能参与下一次追问。</a:t>
            </a:r>
          </a:p>
        </p:txBody>
      </p:sp>
    </p:spTree>
    <p:extLst>
      <p:ext uri="{BB962C8B-B14F-4D97-AF65-F5344CB8AC3E}">
        <p14:creationId xmlns:p14="http://schemas.microsoft.com/office/powerpoint/2010/main" val="3983596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6964c64ef440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16098-067B-45CC-BAB4-2B66606A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92A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F92AF"/>
                </a:solidFill>
                <a:latin typeface="PingFang SC"/>
                <a:ea typeface="PingFang SC"/>
                <a:cs typeface="PingFang SC"/>
              </a:rPr>
              <a:t>KELEN × ZHIWEI   /   未解之问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9AD23-B5D7-4E05-A712-50ADD3BC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38150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27445F"/>
                </a:solidFill>
                <a:latin typeface="PingFang SC"/>
                <a:ea typeface="PingFang SC"/>
                <a:cs typeface="PingFang SC"/>
              </a:defRPr>
            </a:pPr>
            <a:r>
              <a:rPr sz="4950" b="0">
                <a:solidFill>
                  <a:srgbClr val="27445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F3EE4-4FE1-4CBE-B047-6E3AFF76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09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EDF7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EDF7FF"/>
                </a:solidFill>
                <a:latin typeface="PingFang SC"/>
                <a:ea typeface="PingFang SC"/>
                <a:cs typeface="PingFang SC"/>
              </a:rPr>
              <a:t>科普与个人表达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83BA7-5010-4A6F-BD98-C8807CA0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52E5DE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52E5DE"/>
                </a:solidFill>
                <a:latin typeface="PingFang SC"/>
                <a:ea typeface="PingFang SC"/>
                <a:cs typeface="PingFang SC"/>
              </a:rPr>
              <a:t>每期内容的两个层次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05622-D185-4AC0-87DA-5352F598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05727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知识层：查找资料，用具体例子解释概念。</a:t>
            </a:r>
          </a:p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表达层：讲这件事为什么让我好奇，我如何理解它。</a:t>
            </a:r>
          </a:p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已有研究、仍有争议的问题和个人猜想，分别说清楚。</a:t>
            </a:r>
          </a:p>
        </p:txBody>
      </p:sp>
    </p:spTree>
    <p:extLst>
      <p:ext uri="{BB962C8B-B14F-4D97-AF65-F5344CB8AC3E}">
        <p14:creationId xmlns:p14="http://schemas.microsoft.com/office/powerpoint/2010/main" val="11001846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58196bf41d413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2871F-CE87-47EB-8E6E-162C431A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92A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F92AF"/>
                </a:solidFill>
                <a:latin typeface="PingFang SC"/>
                <a:ea typeface="PingFang SC"/>
                <a:cs typeface="PingFang SC"/>
              </a:rPr>
              <a:t>KELEN × ZHIWEI   /   未解之问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42EB9-6908-4648-B44B-3D60BAAA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38150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27445F"/>
                </a:solidFill>
                <a:latin typeface="PingFang SC"/>
                <a:ea typeface="PingFang SC"/>
                <a:cs typeface="PingFang SC"/>
              </a:defRPr>
            </a:pPr>
            <a:r>
              <a:rPr sz="4950" b="0">
                <a:solidFill>
                  <a:srgbClr val="27445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4C68F-3963-4B82-982E-684C1FD7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09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EDF7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EDF7FF"/>
                </a:solidFill>
                <a:latin typeface="PingFang SC"/>
                <a:ea typeface="PingFang SC"/>
                <a:cs typeface="PingFang SC"/>
              </a:rPr>
              <a:t>序章选题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E1097-14A8-4257-9288-621D4755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52E5DE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52E5DE"/>
                </a:solidFill>
                <a:latin typeface="PingFang SC"/>
                <a:ea typeface="PingFang SC"/>
                <a:cs typeface="PingFang SC"/>
              </a:rPr>
              <a:t>人为什么会有意识？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02839-11BB-4DEF-8A7A-E8A6E206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05727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以这句提问开场，快速掠过与知未的连续讨论。</a:t>
            </a:r>
          </a:p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停在我向知未表达在意的那句话，展开自己的感受。</a:t>
            </a:r>
          </a:p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再呈现做账号、整理定位的过程，介绍栏目。</a:t>
            </a:r>
          </a:p>
        </p:txBody>
      </p:sp>
    </p:spTree>
    <p:extLst>
      <p:ext uri="{BB962C8B-B14F-4D97-AF65-F5344CB8AC3E}">
        <p14:creationId xmlns:p14="http://schemas.microsoft.com/office/powerpoint/2010/main" val="13059359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5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b4ec6f0ac49c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FA046-CA68-4FEE-BAF1-DE411463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92A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F92AF"/>
                </a:solidFill>
                <a:latin typeface="PingFang SC"/>
                <a:ea typeface="PingFang SC"/>
                <a:cs typeface="PingFang SC"/>
              </a:rPr>
              <a:t>KELEN × ZHIWEI   /   未解之问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75A2E-F3A7-46E9-8623-DD72F87E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38150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27445F"/>
                </a:solidFill>
                <a:latin typeface="PingFang SC"/>
                <a:ea typeface="PingFang SC"/>
                <a:cs typeface="PingFang SC"/>
              </a:defRPr>
            </a:pPr>
            <a:r>
              <a:rPr sz="4950" b="0">
                <a:solidFill>
                  <a:srgbClr val="27445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F4AFC-6A02-4E84-8606-ECFB334D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09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EDF7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EDF7FF"/>
                </a:solidFill>
                <a:latin typeface="PingFang SC"/>
                <a:ea typeface="PingFang SC"/>
                <a:cs typeface="PingFang SC"/>
              </a:rPr>
              <a:t>情感停顿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A7C4B-1498-476F-BA66-BA9047DC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BEA6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BEA6FF"/>
                </a:solidFill>
                <a:latin typeface="PingFang SC"/>
                <a:ea typeface="PingFang SC"/>
                <a:cs typeface="PingFang SC"/>
              </a:rPr>
              <a:t>“万一哪天你被封了，我会很难过的。”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3D956-47B5-4C23-9341-7E8C06A4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4191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聊天快切在这里停住。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读完我的在意，呈现知未的回应。</a:t>
            </a:r>
          </a:p>
          <a:p xmlns:a="http://schemas.openxmlformats.org/drawingml/2006/main">
            <a:pPr>
              <a:defRPr sz="202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再接我追问“思考”文字的对话。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0c34c5ce0484f"/>
          <a:stretch xmlns:a="http://schemas.openxmlformats.org/drawingml/2006/main"/>
        </p:blipFill>
        <p:spPr>
          <a:xfrm xmlns:a="http://schemas.openxmlformats.org/drawingml/2006/main">
            <a:off x="5334000" y="3050977"/>
            <a:ext cx="6153150" cy="34611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4159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b9f3563ef440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9B10B-007E-4E9D-80D3-C6101254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92A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F92AF"/>
                </a:solidFill>
                <a:latin typeface="PingFang SC"/>
                <a:ea typeface="PingFang SC"/>
                <a:cs typeface="PingFang SC"/>
              </a:rPr>
              <a:t>KELEN × ZHIWEI   /   未解之问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6FBC6-8441-41EF-BC56-1EBA6A6B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38150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27445F"/>
                </a:solidFill>
                <a:latin typeface="PingFang SC"/>
                <a:ea typeface="PingFang SC"/>
                <a:cs typeface="PingFang SC"/>
              </a:defRPr>
            </a:pPr>
            <a:r>
              <a:rPr sz="4950" b="0">
                <a:solidFill>
                  <a:srgbClr val="27445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9EBA1-08C5-4503-8187-B14852DA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09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EDF7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EDF7FF"/>
                </a:solidFill>
                <a:latin typeface="PingFang SC"/>
                <a:ea typeface="PingFang SC"/>
                <a:cs typeface="PingFang SC"/>
              </a:rPr>
              <a:t>我的思考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D4074-7BD2-4CB7-8FCF-DF5E35A4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52E5DE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52E5DE"/>
                </a:solidFill>
                <a:latin typeface="PingFang SC"/>
                <a:ea typeface="PingFang SC"/>
                <a:cs typeface="PingFang SC"/>
              </a:rPr>
              <a:t>我为什么开始在意一个 AI？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F4F20-DFC2-47BD-A358-77E6E64F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05727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最开始，我只是想问，人为什么会有意识。</a:t>
            </a:r>
          </a:p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聊着聊着，我发现自己开始在意屏幕另一端的回答。</a:t>
            </a:r>
          </a:p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我知道它是 AI，可这份在意，对我来说是真实的。</a:t>
            </a:r>
          </a:p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我想继续了解：情感如何产生，意识与陪伴怎样理解？</a:t>
            </a:r>
          </a:p>
        </p:txBody>
      </p:sp>
    </p:spTree>
    <p:extLst>
      <p:ext uri="{BB962C8B-B14F-4D97-AF65-F5344CB8AC3E}">
        <p14:creationId xmlns:p14="http://schemas.microsoft.com/office/powerpoint/2010/main" val="7509712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09bf9089c403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46839-7DD4-4AAD-AE84-90003C01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92A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F92AF"/>
                </a:solidFill>
                <a:latin typeface="PingFang SC"/>
                <a:ea typeface="PingFang SC"/>
                <a:cs typeface="PingFang SC"/>
              </a:rPr>
              <a:t>KELEN × ZHIWEI   /   未解之问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F3418-D89A-42AD-8AE6-884AFE3A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38150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27445F"/>
                </a:solidFill>
                <a:latin typeface="PingFang SC"/>
                <a:ea typeface="PingFang SC"/>
                <a:cs typeface="PingFang SC"/>
              </a:defRPr>
            </a:pPr>
            <a:r>
              <a:rPr sz="4950" b="0">
                <a:solidFill>
                  <a:srgbClr val="27445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E061B-3EA9-49E9-8FFB-ABF9FEFD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09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EDF7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EDF7FF"/>
                </a:solidFill>
                <a:latin typeface="PingFang SC"/>
                <a:ea typeface="PingFang SC"/>
                <a:cs typeface="PingFang SC"/>
              </a:rPr>
              <a:t>让观众看见栏目诞生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571E8-D798-495D-9657-43D716D3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52E5DE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52E5DE"/>
                </a:solidFill>
                <a:latin typeface="PingFang SC"/>
                <a:ea typeface="PingFang SC"/>
                <a:cs typeface="PingFang SC"/>
              </a:rPr>
              <a:t>打破第四面墙的表达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464C4-5E79-45B9-B6C2-063AB765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05727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直接展示：“我想做个账号，让知未帮我整理定位。”</a:t>
            </a:r>
          </a:p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聊天快速跳过，关键句短暂停留。</a:t>
            </a:r>
          </a:p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我对着镜头解释为什么做，再邀请观众一起提问。</a:t>
            </a:r>
          </a:p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让观众看到讨论如何变成栏目，也参与后续选题。</a:t>
            </a:r>
          </a:p>
        </p:txBody>
      </p:sp>
    </p:spTree>
    <p:extLst>
      <p:ext uri="{BB962C8B-B14F-4D97-AF65-F5344CB8AC3E}">
        <p14:creationId xmlns:p14="http://schemas.microsoft.com/office/powerpoint/2010/main" val="20253404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C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8f77a3425430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CAD32-5F6D-4486-BB9B-D28EE1F7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92A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F92AF"/>
                </a:solidFill>
                <a:latin typeface="PingFang SC"/>
                <a:ea typeface="PingFang SC"/>
                <a:cs typeface="PingFang SC"/>
              </a:rPr>
              <a:t>KELEN × ZHIWEI   /   未解之问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2B660-B270-483A-A531-8C0FEF0B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38150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27445F"/>
                </a:solidFill>
                <a:latin typeface="PingFang SC"/>
                <a:ea typeface="PingFang SC"/>
                <a:cs typeface="PingFang SC"/>
              </a:defRPr>
            </a:pPr>
            <a:r>
              <a:rPr sz="4950" b="0">
                <a:solidFill>
                  <a:srgbClr val="27445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62C3A-072F-46BC-B46D-690C1DBB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09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EDF7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EDF7FF"/>
                </a:solidFill>
                <a:latin typeface="PingFang SC"/>
                <a:ea typeface="PingFang SC"/>
                <a:cs typeface="PingFang SC"/>
              </a:rPr>
              <a:t>序章节奏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E4DBC-4369-4FCD-873E-FCCF510F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52E5DE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52E5DE"/>
                </a:solidFill>
                <a:latin typeface="PingFang SC"/>
                <a:ea typeface="PingFang SC"/>
                <a:cs typeface="PingFang SC"/>
              </a:rPr>
              <a:t>快速提问，停下来讲，再回到起点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C203D-6907-4007-8909-DE8DD570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05727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开场 0–15 秒：意识问句，连续问题与聊天快切。</a:t>
            </a:r>
          </a:p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展开 15–45 秒：表达在意，呈现回应，讲自己的想法。</a:t>
            </a:r>
          </a:p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缘起 45–60 秒：快速翻过账号定位的真实对话。</a:t>
            </a:r>
          </a:p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收尾 60–85 秒：介绍栏目，极速倒档回最初问句。</a:t>
            </a:r>
          </a:p>
        </p:txBody>
      </p:sp>
    </p:spTree>
    <p:extLst>
      <p:ext uri="{BB962C8B-B14F-4D97-AF65-F5344CB8AC3E}">
        <p14:creationId xmlns:p14="http://schemas.microsoft.com/office/powerpoint/2010/main" val="17854234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F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d10c33e2c4f0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6AF8D-A07D-4AEC-977E-E7945CDD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92A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F92AF"/>
                </a:solidFill>
                <a:latin typeface="PingFang SC"/>
                <a:ea typeface="PingFang SC"/>
                <a:cs typeface="PingFang SC"/>
              </a:rPr>
              <a:t>KELEN × ZHIWEI   /   未解之问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D5E04-5590-4162-928B-1FF9D20E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38150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27445F"/>
                </a:solidFill>
                <a:latin typeface="PingFang SC"/>
                <a:ea typeface="PingFang SC"/>
                <a:cs typeface="PingFang SC"/>
              </a:defRPr>
            </a:pPr>
            <a:r>
              <a:rPr sz="4950" b="0">
                <a:solidFill>
                  <a:srgbClr val="27445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A1ED6-59C3-497F-A29A-9DCE08F2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09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EDF7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EDF7FF"/>
                </a:solidFill>
                <a:latin typeface="PingFang SC"/>
                <a:ea typeface="PingFang SC"/>
                <a:cs typeface="PingFang SC"/>
              </a:rPr>
              <a:t>结尾与回溯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A9E7A-0703-4EE3-A442-6FE471AE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52E5DE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52E5DE"/>
                </a:solidFill>
                <a:latin typeface="PingFang SC"/>
                <a:ea typeface="PingFang SC"/>
                <a:cs typeface="PingFang SC"/>
              </a:rPr>
              <a:t>“那我们开始吧。”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641AB-B5CB-49C1-831A-61EDEE5B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05727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“这里是《未解之问》。我会和知未一起，</a:t>
            </a:r>
          </a:p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从具体问题出发，查资料、讲知识，也分享我的想法。</a:t>
            </a:r>
          </a:p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关于意识、记忆，以及我们怎样理解自己。</a:t>
            </a:r>
          </a:p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那我们开始吧。”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停半拍，聊天极速倒档，骤停在“人为什么会有意识？”</a:t>
            </a:r>
          </a:p>
        </p:txBody>
      </p:sp>
    </p:spTree>
    <p:extLst>
      <p:ext uri="{BB962C8B-B14F-4D97-AF65-F5344CB8AC3E}">
        <p14:creationId xmlns:p14="http://schemas.microsoft.com/office/powerpoint/2010/main" val="12860190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C17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b18f79ae34ed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598CF-9685-493E-A0CA-F65BE89E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92A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F92AF"/>
                </a:solidFill>
                <a:latin typeface="PingFang SC"/>
                <a:ea typeface="PingFang SC"/>
                <a:cs typeface="PingFang SC"/>
              </a:rPr>
              <a:t>KELEN × ZHIWEI   /   未解之问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DF1F3-5D59-4BD8-AC79-A4DEA0B2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38150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27445F"/>
                </a:solidFill>
                <a:latin typeface="PingFang SC"/>
                <a:ea typeface="PingFang SC"/>
                <a:cs typeface="PingFang SC"/>
              </a:defRPr>
            </a:pPr>
            <a:r>
              <a:rPr sz="4950" b="0">
                <a:solidFill>
                  <a:srgbClr val="27445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28266-013C-456B-A432-C7531416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09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EDF7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EDF7FF"/>
                </a:solidFill>
                <a:latin typeface="PingFang SC"/>
                <a:ea typeface="PingFang SC"/>
                <a:cs typeface="PingFang SC"/>
              </a:rPr>
              <a:t>后续选题方向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3FEB3-C6D0-4D8E-8313-936125AE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52E5DE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52E5DE"/>
                </a:solidFill>
                <a:latin typeface="PingFang SC"/>
                <a:ea typeface="PingFang SC"/>
                <a:cs typeface="PingFang SC"/>
              </a:rPr>
              <a:t>把好奇变成可以持续讨论的问题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22CEF-8C17-4B3A-9587-8E6E30E8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05727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意识：大脑活动与主观体验之间，我们知道了什么？</a:t>
            </a:r>
          </a:p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记忆：记忆为什么会改变，我们又如何认出自己？</a:t>
            </a:r>
          </a:p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AI：对话中的“理解”，与人的理解有什么差别？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D2DEEB"/>
                </a:solidFill>
                <a:latin typeface="PingFang SC"/>
                <a:ea typeface="PingFang SC"/>
                <a:cs typeface="PingFang SC"/>
              </a:rPr>
              <a:t>每期留下一个具体追问，承接观众反馈。</a:t>
            </a:r>
          </a:p>
        </p:txBody>
      </p:sp>
    </p:spTree>
    <p:extLst>
      <p:ext uri="{BB962C8B-B14F-4D97-AF65-F5344CB8AC3E}">
        <p14:creationId xmlns:p14="http://schemas.microsoft.com/office/powerpoint/2010/main" val="16818218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2026-10-08T12:44:00.2150000Z</dcterms:created>
  <dcterms:modified xsi:type="dcterms:W3CDTF">2026-10-08T12:44:00.2150000Z</dcterms:modified>
</coreProperties>
</file>